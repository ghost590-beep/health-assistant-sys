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HealthAssist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Management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desktop application built with JavaFX, Spring Boot &amp; MySQL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457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HealthAssist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1097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2694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26948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017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26948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26948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5943600" cy="38862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 ·  Spring Boot 3.4.1  ·  MySQL 8  ·  JWT  ·  Swagger/OpenAPI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healthcare management application for managing patients, doctors, appointments and health records.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64008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architecture: JavaFX frontend, Spring Boot REST API backend, and MySQL relational database.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5176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 + JWT token authentication with role-based access control.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51760"/>
            <a:ext cx="64008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Swagger/OpenAPI 3.0 documentation with interactive UI at localhost:8080/swagger-ui.html.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26  ·  FXML  ·  CSS Dark Theme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509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3.4.1  ·  JDBC  ·  REST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1480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41148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31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06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16 Tables  ·  3NF/BCNF Normalized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11480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9456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231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 ·  JWT Authentication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11480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74720"/>
            <a:ext cx="411480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11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886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 ·  OpenAPI 3.0  ·  Markdown 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74720"/>
            <a:ext cx="4114800" cy="34747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11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3.9+  ·  Java 17+  ·  IntelliJ IDEA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view appointments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health records &amp; vitals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642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info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209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2743200" cy="411480"/>
          </a:xfrm>
          <a:prstGeom prst="rect">
            <a:avLst/>
          </a:prstGeom>
          <a:solidFill>
            <a:srgbClr val="017A60"/>
          </a:solidFill>
          <a:ln w="12700">
            <a:solidFill>
              <a:srgbClr val="017A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507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rahel.asmamaw@gmail.com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7772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77724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Confirm/cancel appointments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0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health records &amp; diagnoses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642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history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3209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custom notifications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54680" y="4480560"/>
            <a:ext cx="2743200" cy="41148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507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dr.tesfaye.kebede@healthassist.com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7772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777240"/>
            <a:ext cx="27432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system-wide statistics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2642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all appointments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3209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doctors &amp; patients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480560"/>
            <a:ext cx="2743200" cy="411480"/>
          </a:xfrm>
          <a:prstGeom prst="rect">
            <a:avLst/>
          </a:prstGeom>
          <a:solidFill>
            <a:srgbClr val="B87D10"/>
          </a:solidFill>
          <a:ln w="12700">
            <a:solidFill>
              <a:srgbClr val="B87D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4507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michael.abebe@healthassist.com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389120" cy="40233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upcoming &amp; past appointments with status badges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new appointments with available doctors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health records: diagnoses &amp; prescriptions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7238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vitals with visual progress bars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(name, email, phone, address)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real-time notifications from doctors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822960"/>
            <a:ext cx="3931920" cy="40233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Appointments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417320"/>
            <a:ext cx="3566160" cy="82296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481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2026-06-01  10:00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1481328"/>
            <a:ext cx="82296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4813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57800" y="1801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Hanna Tadesse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9933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consult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2423160"/>
            <a:ext cx="3566160" cy="82296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2026-05-15  11:00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2487168"/>
            <a:ext cx="82296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487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57800" y="28072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Hanna Tadesse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29992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vaccination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3429000"/>
            <a:ext cx="3566160" cy="82296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2026-05-14  09:00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3493008"/>
            <a:ext cx="822960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4930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57800" y="38130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Tesfaye Kebede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4005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checkup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APPOINTMENTS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822960"/>
            <a:ext cx="2743200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54680" y="1399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822960"/>
            <a:ext cx="2743200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1399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4206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4206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Capabilities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cancel appointments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9992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health records (diagnosis, prescription)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list with full history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on behalf of patients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24505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custom notifications to patients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29992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appointments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5478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 stats and 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40965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own profile (license, specialization)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25+ Endpoints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85800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" y="8595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1430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→ JWT token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17904"/>
            <a:ext cx="685800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550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554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18379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12848"/>
            <a:ext cx="685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500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22494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25328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patients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907792"/>
            <a:ext cx="68580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4495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" y="29443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/api/patients/{id}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32278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 profile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02736"/>
            <a:ext cx="685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989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" y="36393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9227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doctors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97680"/>
            <a:ext cx="685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3484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4128" y="43342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46177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appointments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822960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822960"/>
            <a:ext cx="685800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96012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04688" y="8595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04688" y="11430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517904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517904"/>
            <a:ext cx="6858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6550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04688" y="1554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/api/appointments/{id}/confirm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04688" y="18379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appointment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212848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212848"/>
            <a:ext cx="6858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3500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04688" y="22494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/api/appointments/{id}/cancel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04688" y="25328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appointment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907792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2907792"/>
            <a:ext cx="685800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4495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04688" y="29443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/api/health-records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04688" y="32278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health record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602736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3602736"/>
            <a:ext cx="685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73989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04688" y="36393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/api/health-records/patient/{id}/vitals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504688" y="39227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vitals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4297680"/>
            <a:ext cx="4206240" cy="566928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4297680"/>
            <a:ext cx="685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43484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04688" y="43342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/api/notifications/user/{id}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504688" y="46177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16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accounts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8229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229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304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82296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4576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82880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8288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PATIENT/DOCTOR/ADMIN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182880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18288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42032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182880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18288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appointment_status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18304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lookup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82880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18288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health_records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&amp; Rx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83464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8346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vitals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vital signs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50592" y="283464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28346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42032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alerts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26864" y="283464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28346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18304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fields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03136" y="283464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03136" y="28346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doctor_specializations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94576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mapping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84048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8404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Phone/email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450592" y="384048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50592" y="38404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2032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542032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26864" y="384048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26864" y="38404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blood_group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18304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03136" y="384048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03136" y="38404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94576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contact_type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94576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7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normalized to 3rd Normal Form (3NF) / Boyce-Codd Normal Form (BCNF)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Guide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69164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MySQL Workbench and run: source schema.sql → source seed.sql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16 tables + 8 test users.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69164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0515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069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DB_PASSWORD in .env with your MySQL password.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 to backend/.env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17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backend &amp;&amp; ./mvnw spring-boot:run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http://localhost:8080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0175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Frontend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4930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IntelliJ → set JavaFX VM options → Run MainApp.java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--module-path path/to/javafx-sdk-26/lib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5F6A"/>
          </a:solidFill>
          <a:ln w="12700">
            <a:solidFill>
              <a:srgbClr val="015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HealthAssist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care for healthcare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excellence.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desktop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RESTful API 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63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roles with dedicated dashboards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112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normalized MySQL schema (16 tables)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with SHA-256 passwords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threading for reminders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53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3 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457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051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051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5636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56362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756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0756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587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5877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099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099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JWT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1239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41239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3.9+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4663440"/>
            <a:ext cx="4480560" cy="480060"/>
          </a:xfrm>
          <a:prstGeom prst="rect">
            <a:avLst/>
          </a:prstGeom>
          <a:solidFill>
            <a:srgbClr val="011822"/>
          </a:solidFill>
          <a:ln w="12700">
            <a:solidFill>
              <a:srgbClr val="0118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7091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Project  ·  Health Assistance System ©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Assistance System</dc:title>
  <dc:subject>PptxGenJS Presentation</dc:subject>
  <dc:creator>PptxGenJS</dc:creator>
  <cp:lastModifiedBy>PptxGenJS</cp:lastModifiedBy>
  <cp:revision>1</cp:revision>
  <dcterms:created xsi:type="dcterms:W3CDTF">2026-05-19T04:49:42Z</dcterms:created>
  <dcterms:modified xsi:type="dcterms:W3CDTF">2026-05-19T04:49:42Z</dcterms:modified>
</cp:coreProperties>
</file>